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media/image32.jpg" ContentType="image/jpeg"/>
  <Override PartName="/ppt/media/image33.jpg" ContentType="image/jpeg"/>
  <Override PartName="/ppt/media/image34.jpg" ContentType="image/jpeg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9" r:id="rId4"/>
  </p:sldMasterIdLst>
  <p:notesMasterIdLst>
    <p:notesMasterId r:id="rId19"/>
  </p:notesMasterIdLst>
  <p:handoutMasterIdLst>
    <p:handoutMasterId r:id="rId20"/>
  </p:handoutMasterIdLst>
  <p:sldIdLst>
    <p:sldId id="312" r:id="rId5"/>
    <p:sldId id="358" r:id="rId6"/>
    <p:sldId id="371" r:id="rId7"/>
    <p:sldId id="354" r:id="rId8"/>
    <p:sldId id="355" r:id="rId9"/>
    <p:sldId id="361" r:id="rId10"/>
    <p:sldId id="362" r:id="rId11"/>
    <p:sldId id="372" r:id="rId12"/>
    <p:sldId id="373" r:id="rId13"/>
    <p:sldId id="370" r:id="rId14"/>
    <p:sldId id="374" r:id="rId15"/>
    <p:sldId id="376" r:id="rId16"/>
    <p:sldId id="369" r:id="rId17"/>
    <p:sldId id="365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D7D9"/>
    <a:srgbClr val="93D3D9"/>
    <a:srgbClr val="AAD6FF"/>
    <a:srgbClr val="B2C8CD"/>
    <a:srgbClr val="CCD8D6"/>
    <a:srgbClr val="4F5945"/>
    <a:srgbClr val="73292A"/>
    <a:srgbClr val="7F867A"/>
    <a:srgbClr val="A65B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682D31-86EE-4039-87F3-E6294275AFC0}" v="6" dt="2025-01-08T08:34:43.3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879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2" d="100"/>
          <a:sy n="82" d="100"/>
        </p:scale>
        <p:origin x="2784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49852A6-C536-198B-0B36-808C24FAAF6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40B29C-E84A-E4D1-8998-1A961EC23BA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A5AE42-7DC1-8140-9B13-146984FDEF22}" type="datetimeFigureOut">
              <a:rPr lang="en-US" smtClean="0"/>
              <a:t>5/9/2025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CE4DE7-ED89-D264-F004-38F2DF4879D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7E8591-FF54-5A00-A703-95ABC16B78D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69B77-94AB-0344-9EBF-9DB9EE8D3AB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85974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F75F72-8950-AF4F-9381-1D26FB547EA1}" type="datetimeFigureOut">
              <a:rPr lang="en-US" smtClean="0"/>
              <a:t>5/9/2025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75476F-A808-1F46-A368-07984F6DA22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4252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8" name="Picture 7" descr="A picture containing text, plant&#10;&#10;Description automatically generated">
            <a:extLst>
              <a:ext uri="{FF2B5EF4-FFF2-40B4-BE49-F238E27FC236}">
                <a16:creationId xmlns:a16="http://schemas.microsoft.com/office/drawing/2014/main" id="{8733714E-02DE-8D14-B5C2-D098CB2B67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7210" y="0"/>
            <a:ext cx="8392026" cy="6858000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82CCA9FF-66CB-598A-18C4-97A84672F14A}"/>
              </a:ext>
            </a:extLst>
          </p:cNvPr>
          <p:cNvSpPr/>
          <p:nvPr userDrawn="1"/>
        </p:nvSpPr>
        <p:spPr>
          <a:xfrm>
            <a:off x="3300284" y="654912"/>
            <a:ext cx="5591432" cy="559143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3F7E22B-242D-F0D8-3F67-5E6D3B4DEAE6}"/>
              </a:ext>
            </a:extLst>
          </p:cNvPr>
          <p:cNvCxnSpPr>
            <a:cxnSpLocks/>
          </p:cNvCxnSpPr>
          <p:nvPr userDrawn="1"/>
        </p:nvCxnSpPr>
        <p:spPr>
          <a:xfrm>
            <a:off x="4359876" y="4300155"/>
            <a:ext cx="3472249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" name="Picture 10" descr="A picture containing text&#10;&#10;Description automatically generated">
            <a:extLst>
              <a:ext uri="{FF2B5EF4-FFF2-40B4-BE49-F238E27FC236}">
                <a16:creationId xmlns:a16="http://schemas.microsoft.com/office/drawing/2014/main" id="{002C330B-A4D2-E3E1-31BB-20DA1C16B60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9961" y="4157464"/>
            <a:ext cx="972078" cy="285381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090CB694-C98C-C08F-A5E0-4EA66C22641F}"/>
              </a:ext>
            </a:extLst>
          </p:cNvPr>
          <p:cNvSpPr/>
          <p:nvPr userDrawn="1"/>
        </p:nvSpPr>
        <p:spPr>
          <a:xfrm>
            <a:off x="3447535" y="807312"/>
            <a:ext cx="5296930" cy="5296930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Picture 12" descr="A picture containing ceramic ware, porcelain&#10;&#10;Description automatically generated">
            <a:extLst>
              <a:ext uri="{FF2B5EF4-FFF2-40B4-BE49-F238E27FC236}">
                <a16:creationId xmlns:a16="http://schemas.microsoft.com/office/drawing/2014/main" id="{8E28CFE1-F21B-94A9-86A1-F6C17B698FF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338" y="4814449"/>
            <a:ext cx="1668775" cy="162143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E8C38EE-2BA3-44F1-2EDB-F0336BF294C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0777" y="1164252"/>
            <a:ext cx="818801" cy="845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768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836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13447D-D274-DECA-3912-4FF50CD87059}"/>
              </a:ext>
            </a:extLst>
          </p:cNvPr>
          <p:cNvSpPr/>
          <p:nvPr userDrawn="1"/>
        </p:nvSpPr>
        <p:spPr>
          <a:xfrm>
            <a:off x="0" y="3377183"/>
            <a:ext cx="12192000" cy="23265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 descr="A close up of a plant&#10;&#10;Description automatically generated with low confidence">
            <a:extLst>
              <a:ext uri="{FF2B5EF4-FFF2-40B4-BE49-F238E27FC236}">
                <a16:creationId xmlns:a16="http://schemas.microsoft.com/office/drawing/2014/main" id="{950E7924-1226-DDCC-865D-20F9FD4857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387322" y="3187511"/>
            <a:ext cx="1422400" cy="5283200"/>
          </a:xfrm>
          <a:prstGeom prst="rect">
            <a:avLst/>
          </a:prstGeom>
        </p:spPr>
      </p:pic>
      <p:pic>
        <p:nvPicPr>
          <p:cNvPr id="9" name="Picture 8" descr="A picture containing bedclothes, fabric&#10;&#10;Description automatically generated">
            <a:extLst>
              <a:ext uri="{FF2B5EF4-FFF2-40B4-BE49-F238E27FC236}">
                <a16:creationId xmlns:a16="http://schemas.microsoft.com/office/drawing/2014/main" id="{AEB4FD00-78EE-22EF-540C-1636F0D01FA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400022" y="287485"/>
            <a:ext cx="1485900" cy="53721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B315D22-0094-2721-EACF-6114528C937F}"/>
              </a:ext>
            </a:extLst>
          </p:cNvPr>
          <p:cNvSpPr/>
          <p:nvPr userDrawn="1"/>
        </p:nvSpPr>
        <p:spPr>
          <a:xfrm>
            <a:off x="232651" y="3633264"/>
            <a:ext cx="11740896" cy="178975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Light" panose="020B0302020104020203" pitchFamily="34" charset="-79"/>
              <a:cs typeface="Gill Sans Light" panose="020B0302020104020203" pitchFamily="34" charset="-79"/>
            </a:endParaRPr>
          </a:p>
        </p:txBody>
      </p:sp>
      <p:pic>
        <p:nvPicPr>
          <p:cNvPr id="11" name="Picture 10" descr="A picture containing ceramic ware, porcelain&#10;&#10;Description automatically generated">
            <a:extLst>
              <a:ext uri="{FF2B5EF4-FFF2-40B4-BE49-F238E27FC236}">
                <a16:creationId xmlns:a16="http://schemas.microsoft.com/office/drawing/2014/main" id="{1A8CADBB-75D9-20EF-4B75-87E0E0306BF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90193">
            <a:off x="6957396" y="5090392"/>
            <a:ext cx="856832" cy="832525"/>
          </a:xfrm>
          <a:prstGeom prst="rect">
            <a:avLst/>
          </a:prstGeom>
        </p:spPr>
      </p:pic>
      <p:pic>
        <p:nvPicPr>
          <p:cNvPr id="12" name="Picture 11" descr="A picture containing text&#10;&#10;Description automatically generated">
            <a:extLst>
              <a:ext uri="{FF2B5EF4-FFF2-40B4-BE49-F238E27FC236}">
                <a16:creationId xmlns:a16="http://schemas.microsoft.com/office/drawing/2014/main" id="{9ECD8AD7-9086-DAC8-CF60-A3C85B63A6E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979" y="3252854"/>
            <a:ext cx="1206427" cy="621355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E8A86103-BCCD-B955-5504-4C315C611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668" y="3977640"/>
            <a:ext cx="9884664" cy="73152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5CAEAEB5-75C7-24A7-2F97-38360AF1DB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53668" y="4700016"/>
            <a:ext cx="9884664" cy="457200"/>
          </a:xfr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39645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5/9/2025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EA995D-CD6B-3A27-B0F1-057F0755C763}"/>
              </a:ext>
            </a:extLst>
          </p:cNvPr>
          <p:cNvSpPr/>
          <p:nvPr userDrawn="1"/>
        </p:nvSpPr>
        <p:spPr>
          <a:xfrm>
            <a:off x="4680" y="0"/>
            <a:ext cx="12191999" cy="23092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F64CA0D-D28C-4841-0D64-242391DA023E}"/>
              </a:ext>
            </a:extLst>
          </p:cNvPr>
          <p:cNvSpPr/>
          <p:nvPr userDrawn="1"/>
        </p:nvSpPr>
        <p:spPr>
          <a:xfrm>
            <a:off x="1007819" y="319215"/>
            <a:ext cx="10185721" cy="144462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 descr="A picture containing mollusk, insect&#10;&#10;Description automatically generated">
            <a:extLst>
              <a:ext uri="{FF2B5EF4-FFF2-40B4-BE49-F238E27FC236}">
                <a16:creationId xmlns:a16="http://schemas.microsoft.com/office/drawing/2014/main" id="{81CB5C77-969E-B4BF-11E3-E2E9570B642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6902" y="1631192"/>
            <a:ext cx="1207554" cy="354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433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6859866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F5F240-6F8D-3A3C-9BC1-7C6D48CD2041}"/>
              </a:ext>
            </a:extLst>
          </p:cNvPr>
          <p:cNvSpPr/>
          <p:nvPr userDrawn="1"/>
        </p:nvSpPr>
        <p:spPr>
          <a:xfrm>
            <a:off x="4680" y="0"/>
            <a:ext cx="12191999" cy="23092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4F890E-A25A-7B80-A6C2-4E3E343E1D40}"/>
              </a:ext>
            </a:extLst>
          </p:cNvPr>
          <p:cNvSpPr/>
          <p:nvPr userDrawn="1"/>
        </p:nvSpPr>
        <p:spPr>
          <a:xfrm>
            <a:off x="1007819" y="319215"/>
            <a:ext cx="10185721" cy="144462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 descr="A picture containing mollusk, insect&#10;&#10;Description automatically generated">
            <a:extLst>
              <a:ext uri="{FF2B5EF4-FFF2-40B4-BE49-F238E27FC236}">
                <a16:creationId xmlns:a16="http://schemas.microsoft.com/office/drawing/2014/main" id="{DAF2DC0E-E996-72BC-D9CF-A1D4CB60BE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6902" y="1631192"/>
            <a:ext cx="1207554" cy="354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367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0453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5/9/2025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4672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6766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806237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5924734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2243518"/>
      </p:ext>
    </p:extLst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30372822"/>
      </p:ext>
    </p:extLst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4643244"/>
      </p:ext>
    </p:extLst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5/9/2025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4571440"/>
      </p:ext>
    </p:extLst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1367508"/>
      </p:ext>
    </p:extLst>
  </p:cSld>
  <p:clrMapOvr>
    <a:masterClrMapping/>
  </p:clrMapOvr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fabric&#10;&#10;Description automatically generated">
            <a:extLst>
              <a:ext uri="{FF2B5EF4-FFF2-40B4-BE49-F238E27FC236}">
                <a16:creationId xmlns:a16="http://schemas.microsoft.com/office/drawing/2014/main" id="{ABAD6905-AD97-1EAF-A4A3-D0BB13B128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7013" y="1162701"/>
            <a:ext cx="1562100" cy="43942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3BCB4CA-03FB-81F4-F8A2-FA9C0DBDEB11}"/>
              </a:ext>
            </a:extLst>
          </p:cNvPr>
          <p:cNvSpPr/>
          <p:nvPr userDrawn="1"/>
        </p:nvSpPr>
        <p:spPr>
          <a:xfrm>
            <a:off x="0" y="0"/>
            <a:ext cx="6096000" cy="68695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Picture 12" descr="A group of flowers&#10;&#10;Description automatically generated with low confidence">
            <a:extLst>
              <a:ext uri="{FF2B5EF4-FFF2-40B4-BE49-F238E27FC236}">
                <a16:creationId xmlns:a16="http://schemas.microsoft.com/office/drawing/2014/main" id="{138EDBF7-FA56-2BF9-ECFA-6C39FEE8F88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59852" flipH="1">
            <a:off x="1760954" y="2048834"/>
            <a:ext cx="1230524" cy="228732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3880" y="978408"/>
            <a:ext cx="3749040" cy="13258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2" name="Content Placeholder 5">
            <a:extLst>
              <a:ext uri="{FF2B5EF4-FFF2-40B4-BE49-F238E27FC236}">
                <a16:creationId xmlns:a16="http://schemas.microsoft.com/office/drawing/2014/main" id="{9BEB2D80-6263-5794-6A1A-CFF345F7A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183880" y="2194560"/>
            <a:ext cx="3749040" cy="4306824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Clr>
                <a:srgbClr val="73292A"/>
              </a:buClr>
              <a:buNone/>
              <a:defRPr sz="2400"/>
            </a:lvl1pPr>
            <a:lvl2pPr marL="228600">
              <a:buClr>
                <a:srgbClr val="73292A"/>
              </a:buClr>
              <a:defRPr sz="2000"/>
            </a:lvl2pPr>
            <a:lvl3pPr marL="685800">
              <a:buClr>
                <a:srgbClr val="73292A"/>
              </a:buClr>
              <a:defRPr sz="1800"/>
            </a:lvl3pPr>
            <a:lvl4pPr marL="1143000">
              <a:buClr>
                <a:srgbClr val="73292A"/>
              </a:buClr>
              <a:defRPr sz="1600"/>
            </a:lvl4pPr>
            <a:lvl5pPr marL="1600200">
              <a:buClr>
                <a:srgbClr val="73292A"/>
              </a:buCl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6" name="Picture 5" descr="A picture containing flower, plant&#10;&#10;Description automatically generated">
            <a:extLst>
              <a:ext uri="{FF2B5EF4-FFF2-40B4-BE49-F238E27FC236}">
                <a16:creationId xmlns:a16="http://schemas.microsoft.com/office/drawing/2014/main" id="{0FE36A83-31CF-DF76-5708-55ED9FB707E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7235" y="2476883"/>
            <a:ext cx="749300" cy="2755900"/>
          </a:xfrm>
          <a:prstGeom prst="rect">
            <a:avLst/>
          </a:prstGeom>
        </p:spPr>
      </p:pic>
      <p:sp>
        <p:nvSpPr>
          <p:cNvPr id="11" name="Text Placeholder 33">
            <a:extLst>
              <a:ext uri="{FF2B5EF4-FFF2-40B4-BE49-F238E27FC236}">
                <a16:creationId xmlns:a16="http://schemas.microsoft.com/office/drawing/2014/main" id="{5BF6365E-74A9-6D7B-5F20-7C29F29017E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25296" y="1426464"/>
            <a:ext cx="3922776" cy="4242816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30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9539805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2F45E1C-47F6-0AF9-7468-BA613D681E1D}"/>
              </a:ext>
            </a:extLst>
          </p:cNvPr>
          <p:cNvSpPr/>
          <p:nvPr userDrawn="1"/>
        </p:nvSpPr>
        <p:spPr>
          <a:xfrm>
            <a:off x="0" y="1533950"/>
            <a:ext cx="12192000" cy="3790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 descr="A picture containing fabric&#10;&#10;Description automatically generated">
            <a:extLst>
              <a:ext uri="{FF2B5EF4-FFF2-40B4-BE49-F238E27FC236}">
                <a16:creationId xmlns:a16="http://schemas.microsoft.com/office/drawing/2014/main" id="{AB9E0D8B-7031-366D-884B-EB3FABD78C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056236" y="-1772981"/>
            <a:ext cx="2147050" cy="603966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859314F-DCEF-A5A7-C5D9-F0D39AAC9FFA}"/>
              </a:ext>
            </a:extLst>
          </p:cNvPr>
          <p:cNvSpPr/>
          <p:nvPr userDrawn="1"/>
        </p:nvSpPr>
        <p:spPr>
          <a:xfrm>
            <a:off x="225552" y="1796143"/>
            <a:ext cx="11740896" cy="326571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6" name="Picture 15" descr="A picture containing flower, plant&#10;&#10;Description automatically generated">
            <a:extLst>
              <a:ext uri="{FF2B5EF4-FFF2-40B4-BE49-F238E27FC236}">
                <a16:creationId xmlns:a16="http://schemas.microsoft.com/office/drawing/2014/main" id="{DAAE5EB8-5B6B-6FA6-E6E7-D2F58FDFB4A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6307543" y="-287017"/>
            <a:ext cx="1051334" cy="3866771"/>
          </a:xfrm>
          <a:prstGeom prst="rect">
            <a:avLst/>
          </a:prstGeom>
        </p:spPr>
      </p:pic>
      <p:pic>
        <p:nvPicPr>
          <p:cNvPr id="19" name="Picture 18" descr="A picture containing mollusk, insect&#10;&#10;Description automatically generated">
            <a:extLst>
              <a:ext uri="{FF2B5EF4-FFF2-40B4-BE49-F238E27FC236}">
                <a16:creationId xmlns:a16="http://schemas.microsoft.com/office/drawing/2014/main" id="{BB1368FF-AA1B-4423-30B1-BE082E6F191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2222" y="4923380"/>
            <a:ext cx="1207554" cy="3545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2DFA2E8-50A1-4465-AC33-6FAC0E773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3456" y="2404872"/>
            <a:ext cx="8705088" cy="2002536"/>
          </a:xfrm>
        </p:spPr>
        <p:txBody>
          <a:bodyPr anchor="t">
            <a:norm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43454" y="3964517"/>
            <a:ext cx="8705089" cy="457200"/>
          </a:xfr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3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4">
            <a:extLst>
              <a:ext uri="{FF2B5EF4-FFF2-40B4-BE49-F238E27FC236}">
                <a16:creationId xmlns:a16="http://schemas.microsoft.com/office/drawing/2014/main" id="{F5E2B84E-B4F2-ED93-8084-ECFC3B9C38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149667" y="3189069"/>
            <a:ext cx="945473" cy="1936750"/>
          </a:xfrm>
        </p:spPr>
        <p:txBody>
          <a:bodyPr>
            <a:noAutofit/>
          </a:bodyPr>
          <a:lstStyle>
            <a:lvl1pPr marL="0" indent="0">
              <a:buNone/>
              <a:defRPr sz="140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  <p:sp>
        <p:nvSpPr>
          <p:cNvPr id="28" name="Text Placeholder 24">
            <a:extLst>
              <a:ext uri="{FF2B5EF4-FFF2-40B4-BE49-F238E27FC236}">
                <a16:creationId xmlns:a16="http://schemas.microsoft.com/office/drawing/2014/main" id="{FDD82133-EB75-7E07-A9CE-730CB7F6CD3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33184" y="2136567"/>
            <a:ext cx="941832" cy="1936750"/>
          </a:xfrm>
        </p:spPr>
        <p:txBody>
          <a:bodyPr>
            <a:noAutofit/>
          </a:bodyPr>
          <a:lstStyle>
            <a:lvl1pPr marL="0" indent="0">
              <a:buNone/>
              <a:defRPr sz="140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31787032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41740FC-E682-E87B-87BB-213396FD2DF6}"/>
              </a:ext>
            </a:extLst>
          </p:cNvPr>
          <p:cNvSpPr/>
          <p:nvPr userDrawn="1"/>
        </p:nvSpPr>
        <p:spPr>
          <a:xfrm>
            <a:off x="553443" y="0"/>
            <a:ext cx="11105522" cy="62446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C6E25B-7977-E725-B84F-07CA54BB4973}"/>
              </a:ext>
            </a:extLst>
          </p:cNvPr>
          <p:cNvSpPr/>
          <p:nvPr userDrawn="1"/>
        </p:nvSpPr>
        <p:spPr>
          <a:xfrm>
            <a:off x="877579" y="0"/>
            <a:ext cx="10460969" cy="58727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 descr="A picture containing mollusk, insect&#10;&#10;Description automatically generated">
            <a:extLst>
              <a:ext uri="{FF2B5EF4-FFF2-40B4-BE49-F238E27FC236}">
                <a16:creationId xmlns:a16="http://schemas.microsoft.com/office/drawing/2014/main" id="{0EE757CA-B891-A6E4-F7DB-FFB1DBFDA0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1275" y="5738220"/>
            <a:ext cx="1207554" cy="3545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15CA519-6BA6-FAC8-3545-2E7E3CBDE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Picture Placeholder 17">
            <a:extLst>
              <a:ext uri="{FF2B5EF4-FFF2-40B4-BE49-F238E27FC236}">
                <a16:creationId xmlns:a16="http://schemas.microsoft.com/office/drawing/2014/main" id="{6A1AC1B6-9CB9-19D8-8BDC-EDC0B6C19DBE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1375868" y="1797050"/>
            <a:ext cx="2057400" cy="20589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AB2A93C-DB99-8217-D74F-D08E610FA7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26173" y="3946525"/>
            <a:ext cx="2194560" cy="3556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61950EAA-EB4E-8768-AFC9-A0356AECFE1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328309" y="4306415"/>
            <a:ext cx="2194560" cy="27432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17">
            <a:extLst>
              <a:ext uri="{FF2B5EF4-FFF2-40B4-BE49-F238E27FC236}">
                <a16:creationId xmlns:a16="http://schemas.microsoft.com/office/drawing/2014/main" id="{E3B18CDB-3FF1-EC8E-EA8A-31E9BF81747A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3828270" y="1797050"/>
            <a:ext cx="2057400" cy="20589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Text Placeholder 19">
            <a:extLst>
              <a:ext uri="{FF2B5EF4-FFF2-40B4-BE49-F238E27FC236}">
                <a16:creationId xmlns:a16="http://schemas.microsoft.com/office/drawing/2014/main" id="{EAB1EC17-F1C7-0781-4F52-DEE9122BBC9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763663" y="3926721"/>
            <a:ext cx="2194560" cy="3556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9">
            <a:extLst>
              <a:ext uri="{FF2B5EF4-FFF2-40B4-BE49-F238E27FC236}">
                <a16:creationId xmlns:a16="http://schemas.microsoft.com/office/drawing/2014/main" id="{9E2E4E06-43E3-5309-A921-59117EDFEA1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765799" y="4286611"/>
            <a:ext cx="2194560" cy="27432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17">
            <a:extLst>
              <a:ext uri="{FF2B5EF4-FFF2-40B4-BE49-F238E27FC236}">
                <a16:creationId xmlns:a16="http://schemas.microsoft.com/office/drawing/2014/main" id="{2EB018F6-8206-135F-BF16-29E6E63FD099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280672" y="1797050"/>
            <a:ext cx="2057400" cy="20589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Text Placeholder 19">
            <a:extLst>
              <a:ext uri="{FF2B5EF4-FFF2-40B4-BE49-F238E27FC236}">
                <a16:creationId xmlns:a16="http://schemas.microsoft.com/office/drawing/2014/main" id="{13D50A41-E904-8A4E-6F0A-F980F8D6471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216065" y="3946525"/>
            <a:ext cx="2194560" cy="3556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9">
            <a:extLst>
              <a:ext uri="{FF2B5EF4-FFF2-40B4-BE49-F238E27FC236}">
                <a16:creationId xmlns:a16="http://schemas.microsoft.com/office/drawing/2014/main" id="{D6CE30A5-8B65-384B-A8B9-6F711A52194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18201" y="4306415"/>
            <a:ext cx="2194560" cy="27432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17">
            <a:extLst>
              <a:ext uri="{FF2B5EF4-FFF2-40B4-BE49-F238E27FC236}">
                <a16:creationId xmlns:a16="http://schemas.microsoft.com/office/drawing/2014/main" id="{D1C71745-769D-8F16-2B61-EF5D4012F1E3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8733074" y="1797050"/>
            <a:ext cx="2057400" cy="20589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7" name="Text Placeholder 19">
            <a:extLst>
              <a:ext uri="{FF2B5EF4-FFF2-40B4-BE49-F238E27FC236}">
                <a16:creationId xmlns:a16="http://schemas.microsoft.com/office/drawing/2014/main" id="{D6D40AAC-2768-6F48-97AE-FD958D89FD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66331" y="3946525"/>
            <a:ext cx="2194560" cy="3556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9">
            <a:extLst>
              <a:ext uri="{FF2B5EF4-FFF2-40B4-BE49-F238E27FC236}">
                <a16:creationId xmlns:a16="http://schemas.microsoft.com/office/drawing/2014/main" id="{85652007-C32E-173C-2A5F-B1C08D6140D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668467" y="4306415"/>
            <a:ext cx="2194560" cy="27432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AD4DF5-3AA4-926D-00B1-1C24F968F4A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3EC206-AFEC-E74D-0522-B0D47B2E7A6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96871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41740FC-E682-E87B-87BB-213396FD2DF6}"/>
              </a:ext>
            </a:extLst>
          </p:cNvPr>
          <p:cNvSpPr/>
          <p:nvPr userDrawn="1"/>
        </p:nvSpPr>
        <p:spPr>
          <a:xfrm>
            <a:off x="553443" y="0"/>
            <a:ext cx="11105522" cy="62446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C6E25B-7977-E725-B84F-07CA54BB4973}"/>
              </a:ext>
            </a:extLst>
          </p:cNvPr>
          <p:cNvSpPr/>
          <p:nvPr userDrawn="1"/>
        </p:nvSpPr>
        <p:spPr>
          <a:xfrm>
            <a:off x="877579" y="0"/>
            <a:ext cx="10460969" cy="58727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 descr="A picture containing mollusk, insect&#10;&#10;Description automatically generated">
            <a:extLst>
              <a:ext uri="{FF2B5EF4-FFF2-40B4-BE49-F238E27FC236}">
                <a16:creationId xmlns:a16="http://schemas.microsoft.com/office/drawing/2014/main" id="{0EE757CA-B891-A6E4-F7DB-FFB1DBFDA0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1275" y="5738220"/>
            <a:ext cx="1207554" cy="3545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15CA519-6BA6-FAC8-3545-2E7E3CBDE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Picture Placeholder 17">
            <a:extLst>
              <a:ext uri="{FF2B5EF4-FFF2-40B4-BE49-F238E27FC236}">
                <a16:creationId xmlns:a16="http://schemas.microsoft.com/office/drawing/2014/main" id="{6A1AC1B6-9CB9-19D8-8BDC-EDC0B6C19DBE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1681364" y="1658061"/>
            <a:ext cx="1160392" cy="11612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AB2A93C-DB99-8217-D74F-D08E610FA7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06424" y="2926080"/>
            <a:ext cx="2322576" cy="18288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20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61950EAA-EB4E-8768-AFC9-A0356AECFE1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06424" y="3145536"/>
            <a:ext cx="2322576" cy="26517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Picture Placeholder 17">
            <a:extLst>
              <a:ext uri="{FF2B5EF4-FFF2-40B4-BE49-F238E27FC236}">
                <a16:creationId xmlns:a16="http://schemas.microsoft.com/office/drawing/2014/main" id="{B23EF08B-7D0C-7D96-413D-71C22E3F74D0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1681364" y="3818492"/>
            <a:ext cx="1160392" cy="11612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5" name="Text Placeholder 19">
            <a:extLst>
              <a:ext uri="{FF2B5EF4-FFF2-40B4-BE49-F238E27FC236}">
                <a16:creationId xmlns:a16="http://schemas.microsoft.com/office/drawing/2014/main" id="{A6866782-6675-4F37-E5D2-68CB0191C1A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106424" y="5086511"/>
            <a:ext cx="2322576" cy="18288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20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9">
            <a:extLst>
              <a:ext uri="{FF2B5EF4-FFF2-40B4-BE49-F238E27FC236}">
                <a16:creationId xmlns:a16="http://schemas.microsoft.com/office/drawing/2014/main" id="{9F53AB27-DDFA-AA5D-8253-546C9BBA9CE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106424" y="5305967"/>
            <a:ext cx="2322576" cy="26517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17">
            <a:extLst>
              <a:ext uri="{FF2B5EF4-FFF2-40B4-BE49-F238E27FC236}">
                <a16:creationId xmlns:a16="http://schemas.microsoft.com/office/drawing/2014/main" id="{E3B18CDB-3FF1-EC8E-EA8A-31E9BF81747A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4226754" y="1658061"/>
            <a:ext cx="1160392" cy="11612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Text Placeholder 19">
            <a:extLst>
              <a:ext uri="{FF2B5EF4-FFF2-40B4-BE49-F238E27FC236}">
                <a16:creationId xmlns:a16="http://schemas.microsoft.com/office/drawing/2014/main" id="{EAB1EC17-F1C7-0781-4F52-DEE9122BBC9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639312" y="2926080"/>
            <a:ext cx="2322576" cy="18288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20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9">
            <a:extLst>
              <a:ext uri="{FF2B5EF4-FFF2-40B4-BE49-F238E27FC236}">
                <a16:creationId xmlns:a16="http://schemas.microsoft.com/office/drawing/2014/main" id="{9E2E4E06-43E3-5309-A921-59117EDFEA1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639312" y="3145536"/>
            <a:ext cx="2322576" cy="26517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17">
            <a:extLst>
              <a:ext uri="{FF2B5EF4-FFF2-40B4-BE49-F238E27FC236}">
                <a16:creationId xmlns:a16="http://schemas.microsoft.com/office/drawing/2014/main" id="{DD9CE7E9-3BC2-0321-457B-61D363708B38}"/>
              </a:ext>
            </a:extLst>
          </p:cNvPr>
          <p:cNvSpPr>
            <a:spLocks noGrp="1" noChangeAspect="1"/>
          </p:cNvSpPr>
          <p:nvPr>
            <p:ph type="pic" sz="quarter" idx="29"/>
          </p:nvPr>
        </p:nvSpPr>
        <p:spPr>
          <a:xfrm>
            <a:off x="4226754" y="3818492"/>
            <a:ext cx="1160392" cy="11612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70DD1941-A469-A457-B987-E0E2C300A8AE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639312" y="5086511"/>
            <a:ext cx="2322576" cy="18288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20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9">
            <a:extLst>
              <a:ext uri="{FF2B5EF4-FFF2-40B4-BE49-F238E27FC236}">
                <a16:creationId xmlns:a16="http://schemas.microsoft.com/office/drawing/2014/main" id="{D6B84B7D-A7EC-6FE1-9925-F78AF0DE230F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639312" y="5305967"/>
            <a:ext cx="2322576" cy="26517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17">
            <a:extLst>
              <a:ext uri="{FF2B5EF4-FFF2-40B4-BE49-F238E27FC236}">
                <a16:creationId xmlns:a16="http://schemas.microsoft.com/office/drawing/2014/main" id="{2EB018F6-8206-135F-BF16-29E6E63FD099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772144" y="1658061"/>
            <a:ext cx="1160392" cy="11612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Text Placeholder 19">
            <a:extLst>
              <a:ext uri="{FF2B5EF4-FFF2-40B4-BE49-F238E27FC236}">
                <a16:creationId xmlns:a16="http://schemas.microsoft.com/office/drawing/2014/main" id="{13D50A41-E904-8A4E-6F0A-F980F8D6471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172200" y="2926080"/>
            <a:ext cx="2322576" cy="18288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20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9">
            <a:extLst>
              <a:ext uri="{FF2B5EF4-FFF2-40B4-BE49-F238E27FC236}">
                <a16:creationId xmlns:a16="http://schemas.microsoft.com/office/drawing/2014/main" id="{D6CE30A5-8B65-384B-A8B9-6F711A52194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72200" y="3145536"/>
            <a:ext cx="2322576" cy="26517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17">
            <a:extLst>
              <a:ext uri="{FF2B5EF4-FFF2-40B4-BE49-F238E27FC236}">
                <a16:creationId xmlns:a16="http://schemas.microsoft.com/office/drawing/2014/main" id="{AA1AC2FE-336D-4E7F-2C86-6A8C29BA8F90}"/>
              </a:ext>
            </a:extLst>
          </p:cNvPr>
          <p:cNvSpPr>
            <a:spLocks noGrp="1" noChangeAspect="1"/>
          </p:cNvSpPr>
          <p:nvPr>
            <p:ph type="pic" sz="quarter" idx="28"/>
          </p:nvPr>
        </p:nvSpPr>
        <p:spPr>
          <a:xfrm>
            <a:off x="6772144" y="3818492"/>
            <a:ext cx="1160392" cy="11612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19">
            <a:extLst>
              <a:ext uri="{FF2B5EF4-FFF2-40B4-BE49-F238E27FC236}">
                <a16:creationId xmlns:a16="http://schemas.microsoft.com/office/drawing/2014/main" id="{FA370BF1-09EC-DBE1-5118-8A92A0F90BC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172200" y="5086511"/>
            <a:ext cx="2322576" cy="18288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20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5089D72C-E865-F5D3-CB1E-050AEF684453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172200" y="5305967"/>
            <a:ext cx="2322576" cy="26517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17">
            <a:extLst>
              <a:ext uri="{FF2B5EF4-FFF2-40B4-BE49-F238E27FC236}">
                <a16:creationId xmlns:a16="http://schemas.microsoft.com/office/drawing/2014/main" id="{D1C71745-769D-8F16-2B61-EF5D4012F1E3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9317533" y="1658061"/>
            <a:ext cx="1160392" cy="11612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7" name="Text Placeholder 19">
            <a:extLst>
              <a:ext uri="{FF2B5EF4-FFF2-40B4-BE49-F238E27FC236}">
                <a16:creationId xmlns:a16="http://schemas.microsoft.com/office/drawing/2014/main" id="{D6D40AAC-2768-6F48-97AE-FD958D89FD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705088" y="2926080"/>
            <a:ext cx="2322576" cy="18288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20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9">
            <a:extLst>
              <a:ext uri="{FF2B5EF4-FFF2-40B4-BE49-F238E27FC236}">
                <a16:creationId xmlns:a16="http://schemas.microsoft.com/office/drawing/2014/main" id="{85652007-C32E-173C-2A5F-B1C08D6140D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705088" y="3145536"/>
            <a:ext cx="2322576" cy="26517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Picture Placeholder 17">
            <a:extLst>
              <a:ext uri="{FF2B5EF4-FFF2-40B4-BE49-F238E27FC236}">
                <a16:creationId xmlns:a16="http://schemas.microsoft.com/office/drawing/2014/main" id="{4F7ECA98-24CD-8CC5-A3EC-BFF5E9B11748}"/>
              </a:ext>
            </a:extLst>
          </p:cNvPr>
          <p:cNvSpPr>
            <a:spLocks noGrp="1" noChangeAspect="1"/>
          </p:cNvSpPr>
          <p:nvPr>
            <p:ph type="pic" sz="quarter" idx="27"/>
          </p:nvPr>
        </p:nvSpPr>
        <p:spPr>
          <a:xfrm>
            <a:off x="9317533" y="3818492"/>
            <a:ext cx="1160392" cy="11612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2" name="Text Placeholder 19">
            <a:extLst>
              <a:ext uri="{FF2B5EF4-FFF2-40B4-BE49-F238E27FC236}">
                <a16:creationId xmlns:a16="http://schemas.microsoft.com/office/drawing/2014/main" id="{46CBECF2-D93E-3DF9-064C-CB4A3262B691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5088" y="5086511"/>
            <a:ext cx="2322576" cy="18288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20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19">
            <a:extLst>
              <a:ext uri="{FF2B5EF4-FFF2-40B4-BE49-F238E27FC236}">
                <a16:creationId xmlns:a16="http://schemas.microsoft.com/office/drawing/2014/main" id="{71E06E16-A083-B853-8155-7FF97AD1DE8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705088" y="5305967"/>
            <a:ext cx="2322576" cy="26517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AD4DF5-3AA4-926D-00B1-1C24F968F4A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3EC206-AFEC-E74D-0522-B0D47B2E7A6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2323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068407D-A1C4-B842-0C34-B2DE8AD312D3}"/>
              </a:ext>
            </a:extLst>
          </p:cNvPr>
          <p:cNvSpPr/>
          <p:nvPr userDrawn="1"/>
        </p:nvSpPr>
        <p:spPr>
          <a:xfrm>
            <a:off x="4680" y="0"/>
            <a:ext cx="12191999" cy="23092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1AE7FB-DFC0-DCDA-47AD-6ED81A6427FA}"/>
              </a:ext>
            </a:extLst>
          </p:cNvPr>
          <p:cNvSpPr/>
          <p:nvPr userDrawn="1"/>
        </p:nvSpPr>
        <p:spPr>
          <a:xfrm>
            <a:off x="1007819" y="319215"/>
            <a:ext cx="10185721" cy="144462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 descr="A picture containing mollusk, insect&#10;&#10;Description automatically generated">
            <a:extLst>
              <a:ext uri="{FF2B5EF4-FFF2-40B4-BE49-F238E27FC236}">
                <a16:creationId xmlns:a16="http://schemas.microsoft.com/office/drawing/2014/main" id="{7A4DFCBA-879E-D6C9-9F81-B4F9225423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6902" y="1631192"/>
            <a:ext cx="1207554" cy="3545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8562BF3-1BFC-6948-02E0-8A1C121C3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58D7F8-0920-52BA-580D-07249122876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6611EB-89A4-4C55-4032-4D0C418398D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6963F99-41C3-5ED4-AAD8-B904145CC7E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75360" y="2615184"/>
            <a:ext cx="10241280" cy="33192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180349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2F7EB7A-F5B6-E308-68EE-3065E2B039A6}"/>
              </a:ext>
            </a:extLst>
          </p:cNvPr>
          <p:cNvSpPr/>
          <p:nvPr userDrawn="1"/>
        </p:nvSpPr>
        <p:spPr>
          <a:xfrm>
            <a:off x="0" y="0"/>
            <a:ext cx="4873752" cy="68695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6" name="Picture 35" descr="A close-up of a tree&#10;&#10;Description automatically generated with medium confidence">
            <a:extLst>
              <a:ext uri="{FF2B5EF4-FFF2-40B4-BE49-F238E27FC236}">
                <a16:creationId xmlns:a16="http://schemas.microsoft.com/office/drawing/2014/main" id="{FED57607-56F6-9FD5-F0A8-DE0BCFE896B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866459" flipH="1">
            <a:off x="2282032" y="1589693"/>
            <a:ext cx="970220" cy="223612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1072" y="978408"/>
            <a:ext cx="4974336" cy="13258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DEF26CDF-94D4-BA22-7D14-8D3289040C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1072" y="2322576"/>
            <a:ext cx="5065776" cy="448056"/>
          </a:xfrm>
        </p:spPr>
        <p:txBody>
          <a:bodyPr anchor="b"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Content Placeholder 3">
            <a:extLst>
              <a:ext uri="{FF2B5EF4-FFF2-40B4-BE49-F238E27FC236}">
                <a16:creationId xmlns:a16="http://schemas.microsoft.com/office/drawing/2014/main" id="{0017BF0C-B2B7-932F-A9AE-5BFAE4AB5C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9612" y="2770632"/>
            <a:ext cx="5065776" cy="1554480"/>
          </a:xfrm>
        </p:spPr>
        <p:txBody>
          <a:bodyPr>
            <a:normAutofit/>
          </a:bodyPr>
          <a:lstStyle>
            <a:lvl1pPr marL="228600" indent="-228600">
              <a:buClr>
                <a:srgbClr val="73292A"/>
              </a:buClr>
              <a:buFont typeface="Arial" panose="020B0604020202020204" pitchFamily="34" charset="0"/>
              <a:buChar char="•"/>
              <a:defRPr sz="1600"/>
            </a:lvl1pPr>
            <a:lvl2pPr marL="685800" indent="-228600">
              <a:buClr>
                <a:srgbClr val="73292A"/>
              </a:buClr>
              <a:buFont typeface="Arial" panose="020B0604020202020204" pitchFamily="34" charset="0"/>
              <a:buChar char="•"/>
              <a:defRPr sz="1400"/>
            </a:lvl2pPr>
            <a:lvl3pPr marL="1143000" indent="-228600">
              <a:buClr>
                <a:srgbClr val="73292A"/>
              </a:buClr>
              <a:buFont typeface="Arial" panose="020B0604020202020204" pitchFamily="34" charset="0"/>
              <a:buChar char="•"/>
              <a:defRPr sz="1200"/>
            </a:lvl3pPr>
            <a:lvl4pPr marL="1600200" indent="-228600">
              <a:buClr>
                <a:srgbClr val="73292A"/>
              </a:buClr>
              <a:buFont typeface="Arial" panose="020B0604020202020204" pitchFamily="34" charset="0"/>
              <a:buChar char="•"/>
              <a:defRPr sz="1100"/>
            </a:lvl4pPr>
            <a:lvl5pPr marL="2057400" indent="-228600">
              <a:buClr>
                <a:srgbClr val="73292A"/>
              </a:buClr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DEAB8B47-DF86-7C9F-F027-2D4D22B2EA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9612" y="4361688"/>
            <a:ext cx="5065776" cy="448056"/>
          </a:xfrm>
        </p:spPr>
        <p:txBody>
          <a:bodyPr anchor="b"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Content Placeholder 5">
            <a:extLst>
              <a:ext uri="{FF2B5EF4-FFF2-40B4-BE49-F238E27FC236}">
                <a16:creationId xmlns:a16="http://schemas.microsoft.com/office/drawing/2014/main" id="{9BEB2D80-6263-5794-6A1A-CFF345F7A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89612" y="4791456"/>
            <a:ext cx="5065776" cy="1408176"/>
          </a:xfrm>
        </p:spPr>
        <p:txBody>
          <a:bodyPr>
            <a:normAutofit/>
          </a:bodyPr>
          <a:lstStyle>
            <a:lvl1pPr>
              <a:buClr>
                <a:srgbClr val="73292A"/>
              </a:buClr>
              <a:defRPr sz="1600"/>
            </a:lvl1pPr>
            <a:lvl2pPr>
              <a:buClr>
                <a:srgbClr val="73292A"/>
              </a:buClr>
              <a:defRPr sz="1400"/>
            </a:lvl2pPr>
            <a:lvl3pPr>
              <a:buClr>
                <a:srgbClr val="73292A"/>
              </a:buClr>
              <a:defRPr sz="1200"/>
            </a:lvl3pPr>
            <a:lvl4pPr>
              <a:buClr>
                <a:srgbClr val="73292A"/>
              </a:buClr>
              <a:defRPr sz="1100"/>
            </a:lvl4pPr>
            <a:lvl5pPr>
              <a:buClr>
                <a:srgbClr val="73292A"/>
              </a:buCl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8" name="Picture 37" descr="A group of flowers&#10;&#10;Description automatically generated with low confidence">
            <a:extLst>
              <a:ext uri="{FF2B5EF4-FFF2-40B4-BE49-F238E27FC236}">
                <a16:creationId xmlns:a16="http://schemas.microsoft.com/office/drawing/2014/main" id="{5B08C513-7071-2499-7E9D-CFD5A027C09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19083" y="2260473"/>
            <a:ext cx="1245309" cy="2314810"/>
          </a:xfrm>
          <a:prstGeom prst="rect">
            <a:avLst/>
          </a:prstGeom>
        </p:spPr>
      </p:pic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BD46E6E9-39FE-B605-0786-F7F7E656F9B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6344" y="1426464"/>
            <a:ext cx="3922776" cy="4242816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30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40624600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fabric&#10;&#10;Description automatically generated">
            <a:extLst>
              <a:ext uri="{FF2B5EF4-FFF2-40B4-BE49-F238E27FC236}">
                <a16:creationId xmlns:a16="http://schemas.microsoft.com/office/drawing/2014/main" id="{E0606CB6-3E28-F128-51B5-3786D74048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7013" y="1162701"/>
            <a:ext cx="1562100" cy="43942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64BBC1B-7DD9-DA00-15CC-B446DA472005}"/>
              </a:ext>
            </a:extLst>
          </p:cNvPr>
          <p:cNvSpPr/>
          <p:nvPr userDrawn="1"/>
        </p:nvSpPr>
        <p:spPr>
          <a:xfrm>
            <a:off x="0" y="0"/>
            <a:ext cx="6096000" cy="68695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 descr="A picture containing flower, plant&#10;&#10;Description automatically generated">
            <a:extLst>
              <a:ext uri="{FF2B5EF4-FFF2-40B4-BE49-F238E27FC236}">
                <a16:creationId xmlns:a16="http://schemas.microsoft.com/office/drawing/2014/main" id="{C88A03B2-8C41-A023-CB90-5F79A1F01AF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7235" y="2476883"/>
            <a:ext cx="749300" cy="2755900"/>
          </a:xfrm>
          <a:prstGeom prst="rect">
            <a:avLst/>
          </a:prstGeom>
        </p:spPr>
      </p:pic>
      <p:pic>
        <p:nvPicPr>
          <p:cNvPr id="10" name="Picture 9" descr="A close-up of a flower&#10;&#10;Description automatically generated with low confidence">
            <a:extLst>
              <a:ext uri="{FF2B5EF4-FFF2-40B4-BE49-F238E27FC236}">
                <a16:creationId xmlns:a16="http://schemas.microsoft.com/office/drawing/2014/main" id="{9EA6110C-517A-C447-DB03-9A264F112FB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9809" y="1695833"/>
            <a:ext cx="1155700" cy="4318000"/>
          </a:xfrm>
          <a:prstGeom prst="rect">
            <a:avLst/>
          </a:prstGeom>
        </p:spPr>
      </p:pic>
      <p:pic>
        <p:nvPicPr>
          <p:cNvPr id="12" name="Picture 11" descr="A close-up of a flower&#10;&#10;Description automatically generated with low confidence">
            <a:extLst>
              <a:ext uri="{FF2B5EF4-FFF2-40B4-BE49-F238E27FC236}">
                <a16:creationId xmlns:a16="http://schemas.microsoft.com/office/drawing/2014/main" id="{DC4249CD-2B45-A435-5B21-CFA70421386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749" y="381916"/>
            <a:ext cx="1155700" cy="4318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A7568A0-F819-551E-4780-20A651246990}"/>
              </a:ext>
            </a:extLst>
          </p:cNvPr>
          <p:cNvSpPr/>
          <p:nvPr userDrawn="1"/>
        </p:nvSpPr>
        <p:spPr>
          <a:xfrm>
            <a:off x="1024128" y="2162946"/>
            <a:ext cx="3794760" cy="25369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711D903-56F9-B09B-0443-A76786804823}"/>
              </a:ext>
            </a:extLst>
          </p:cNvPr>
          <p:cNvSpPr/>
          <p:nvPr userDrawn="1"/>
        </p:nvSpPr>
        <p:spPr>
          <a:xfrm>
            <a:off x="1131655" y="2264499"/>
            <a:ext cx="3585549" cy="233542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D91551-9B41-0ACF-0BE6-9D174E695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2184" y="2889504"/>
            <a:ext cx="2852928" cy="1088136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545D3FB1-678F-0A9A-CCB6-435CE57DA0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11312" y="2011680"/>
            <a:ext cx="2999232" cy="2843784"/>
          </a:xfrm>
        </p:spPr>
        <p:txBody>
          <a:bodyPr anchor="ctr">
            <a:normAutofit/>
          </a:bodyPr>
          <a:lstStyle>
            <a:lvl1pPr marL="0" indent="0" algn="l">
              <a:lnSpc>
                <a:spcPct val="150000"/>
              </a:lnSpc>
              <a:buNone/>
              <a:defRPr sz="2400"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  <a:lvl2pPr algn="l">
              <a:lnSpc>
                <a:spcPct val="150000"/>
              </a:lnSpc>
              <a:defRPr sz="2000"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2pPr>
            <a:lvl3pPr algn="ctr">
              <a:defRPr sz="1600"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3pPr>
            <a:lvl4pPr algn="ctr">
              <a:defRPr sz="1400"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4pPr>
            <a:lvl5pPr algn="ctr">
              <a:defRPr sz="1400"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48246698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D362110-9E75-C1E6-F3D3-769A27CB658B}"/>
              </a:ext>
            </a:extLst>
          </p:cNvPr>
          <p:cNvSpPr/>
          <p:nvPr userDrawn="1"/>
        </p:nvSpPr>
        <p:spPr>
          <a:xfrm>
            <a:off x="4680" y="0"/>
            <a:ext cx="12191999" cy="23092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E61109-4A99-6337-9E7D-6AE0370E2A33}"/>
              </a:ext>
            </a:extLst>
          </p:cNvPr>
          <p:cNvSpPr/>
          <p:nvPr userDrawn="1"/>
        </p:nvSpPr>
        <p:spPr>
          <a:xfrm>
            <a:off x="1007819" y="319215"/>
            <a:ext cx="10185721" cy="144462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 descr="A picture containing mollusk, insect&#10;&#10;Description automatically generated">
            <a:extLst>
              <a:ext uri="{FF2B5EF4-FFF2-40B4-BE49-F238E27FC236}">
                <a16:creationId xmlns:a16="http://schemas.microsoft.com/office/drawing/2014/main" id="{13B4663F-72DF-CD37-DE9D-C35DFB37E8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6902" y="1631192"/>
            <a:ext cx="1207554" cy="354511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C48BE494-2D3C-A618-4422-6EA949698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69ADF-8CD9-4E77-BB8D-70D8824C5A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628461"/>
            <a:ext cx="5181600" cy="35485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F077D-E901-4AA9-B062-1C37FF407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628461"/>
            <a:ext cx="5181600" cy="35485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19B248-9F11-0A11-E6AF-776D371E14A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5EFD48A-F270-E4EE-7C35-F4304F3DDF3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6943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A7DEB86-4C56-EB31-FEEE-EC8AA99FB456}"/>
              </a:ext>
            </a:extLst>
          </p:cNvPr>
          <p:cNvSpPr/>
          <p:nvPr userDrawn="1"/>
        </p:nvSpPr>
        <p:spPr>
          <a:xfrm>
            <a:off x="4680" y="0"/>
            <a:ext cx="12191999" cy="23092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C19EDA-96E7-C255-DFF9-F36A187EBACD}"/>
              </a:ext>
            </a:extLst>
          </p:cNvPr>
          <p:cNvSpPr/>
          <p:nvPr userDrawn="1"/>
        </p:nvSpPr>
        <p:spPr>
          <a:xfrm>
            <a:off x="1007819" y="319215"/>
            <a:ext cx="10185721" cy="144462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A picture containing mollusk, insect&#10;&#10;Description automatically generated">
            <a:extLst>
              <a:ext uri="{FF2B5EF4-FFF2-40B4-BE49-F238E27FC236}">
                <a16:creationId xmlns:a16="http://schemas.microsoft.com/office/drawing/2014/main" id="{FAD938FE-3B63-4832-B610-64346C069F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6902" y="1631192"/>
            <a:ext cx="1207554" cy="354511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5B38128B-385C-B928-A4A8-BD98929D3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2887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68" r:id="rId17"/>
    <p:sldLayoutId id="2147483665" r:id="rId18"/>
    <p:sldLayoutId id="2147483660" r:id="rId19"/>
    <p:sldLayoutId id="2147483661" r:id="rId20"/>
    <p:sldLayoutId id="2147483666" r:id="rId21"/>
    <p:sldLayoutId id="2147483653" r:id="rId22"/>
    <p:sldLayoutId id="2147483667" r:id="rId23"/>
    <p:sldLayoutId id="2147483652" r:id="rId24"/>
    <p:sldLayoutId id="2147483654" r:id="rId25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396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8.jpg"/><Relationship Id="rId5" Type="http://schemas.openxmlformats.org/officeDocument/2006/relationships/image" Target="../media/image22.png"/><Relationship Id="rId10" Type="http://schemas.openxmlformats.org/officeDocument/2006/relationships/image" Target="../media/image27.jp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Thank_you_icon.jpg" TargetMode="External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creativecommons.org/licenses/by-sa/3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144CEA0-2CB2-3722-1BB8-21D0B0ABE3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1371" y="4950668"/>
            <a:ext cx="7361853" cy="1511559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143C50-6937-DD3E-B402-4ABB2469E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D731A3-1FFF-52EC-7BB4-365691EF00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3980" y="136295"/>
            <a:ext cx="5894036" cy="182648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0D3F99F-A7B0-6D3D-F459-582329F92E60}"/>
              </a:ext>
            </a:extLst>
          </p:cNvPr>
          <p:cNvSpPr txBox="1"/>
          <p:nvPr/>
        </p:nvSpPr>
        <p:spPr>
          <a:xfrm>
            <a:off x="848670" y="2082279"/>
            <a:ext cx="1033718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 IMAGE SUPER-RESOLUTION USING A IMPROVED GENERATIVE ADVERSARIAL  NETWORK</a:t>
            </a:r>
          </a:p>
          <a:p>
            <a:pPr algn="ctr"/>
            <a:endParaRPr lang="en-IN" sz="2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INFORMATION TECHNOLOGY AND COMPUTER APPLICATIONS</a:t>
            </a:r>
          </a:p>
          <a:p>
            <a:pPr algn="ctr"/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NAME: DR.S.NYMATHULLA</a:t>
            </a:r>
          </a:p>
          <a:p>
            <a:pPr algn="ctr"/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K.CHAITANYA(211FA07097)</a:t>
            </a:r>
          </a:p>
          <a:p>
            <a:pPr algn="ctr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B.NITIN(211FA07139)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5A61B2-D76B-38C5-588C-159ED1CF16FC}"/>
              </a:ext>
            </a:extLst>
          </p:cNvPr>
          <p:cNvSpPr/>
          <p:nvPr/>
        </p:nvSpPr>
        <p:spPr>
          <a:xfrm>
            <a:off x="12790449" y="7616283"/>
            <a:ext cx="1739590" cy="5241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1201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D0863-C7FB-BBF0-9A54-01B8D1393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420B7-1F70-B21A-2238-E5768547B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919" y="395773"/>
            <a:ext cx="10515600" cy="785327"/>
          </a:xfrm>
        </p:spPr>
        <p:txBody>
          <a:bodyPr/>
          <a:lstStyle/>
          <a:p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What is Super</a:t>
            </a:r>
            <a:r>
              <a:rPr lang="en-IN" b="1" spc="-5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Resolution?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9FD871D-E75C-33E7-1F66-DCFE873A7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608" y="1069352"/>
            <a:ext cx="10355620" cy="5083759"/>
          </a:xfrm>
        </p:spPr>
        <p:txBody>
          <a:bodyPr>
            <a:normAutofit/>
          </a:bodyPr>
          <a:lstStyle/>
          <a:p>
            <a:pPr marL="12700" indent="0">
              <a:lnSpc>
                <a:spcPct val="100000"/>
              </a:lnSpc>
              <a:spcBef>
                <a:spcPts val="115"/>
              </a:spcBef>
              <a:buNone/>
              <a:tabLst>
                <a:tab pos="253365" algn="l"/>
              </a:tabLst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14376" lvl="1" indent="-342900">
              <a:lnSpc>
                <a:spcPct val="100000"/>
              </a:lnSpc>
              <a:buClr>
                <a:srgbClr val="000000"/>
              </a:buClr>
              <a:buFont typeface="Wingdings" panose="05000000000000000000" pitchFamily="2" charset="2"/>
              <a:buChar char="Ø"/>
              <a:tabLst>
                <a:tab pos="614680" algn="l"/>
              </a:tabLst>
            </a:pPr>
            <a:r>
              <a:rPr lang="en-US" sz="2000" spc="-4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Restore</a:t>
            </a:r>
            <a:r>
              <a:rPr lang="en-US" sz="2000" spc="-35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Resolution </a:t>
            </a:r>
            <a:r>
              <a:rPr lang="en-US" sz="2000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or</a:t>
            </a:r>
            <a:r>
              <a:rPr lang="en-US" sz="2000" spc="-15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26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video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</a:t>
            </a:r>
            <a:r>
              <a:rPr lang="en-US" sz="2000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ResoIution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 or</a:t>
            </a:r>
            <a:r>
              <a:rPr lang="en-US" sz="20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spcBef>
                <a:spcPts val="350"/>
              </a:spcBef>
              <a:buFont typeface="Calibri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13105" lvl="1" indent="-342900">
              <a:lnSpc>
                <a:spcPct val="100000"/>
              </a:lnSpc>
              <a:spcBef>
                <a:spcPts val="5"/>
              </a:spcBef>
              <a:buFont typeface="Wingdings" panose="05000000000000000000" pitchFamily="2" charset="2"/>
              <a:buChar char="Ø"/>
              <a:tabLst>
                <a:tab pos="612775" algn="l"/>
              </a:tabLst>
            </a:pPr>
            <a:r>
              <a:rPr lang="en-US" sz="20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According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60" dirty="0">
                <a:solidFill>
                  <a:srgbClr val="3838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2000" spc="-20" dirty="0">
                <a:solidFill>
                  <a:srgbClr val="3838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70" dirty="0">
                <a:solidFill>
                  <a:srgbClr val="2D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000" spc="-55" dirty="0">
                <a:solidFill>
                  <a:srgbClr val="2D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  <a:r>
              <a:rPr lang="en-US" sz="20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5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2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lang="en-US"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70" dirty="0">
                <a:solidFill>
                  <a:srgbClr val="2D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LR</a:t>
            </a:r>
            <a:r>
              <a:rPr lang="en-US" sz="2000" spc="-25" dirty="0">
                <a:solidFill>
                  <a:srgbClr val="2D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images,</a:t>
            </a:r>
            <a:r>
              <a:rPr lang="en-US" sz="20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75" dirty="0">
                <a:solidFill>
                  <a:srgbClr val="3434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</a:t>
            </a:r>
            <a:r>
              <a:rPr lang="en-US" sz="2000" dirty="0">
                <a:solidFill>
                  <a:srgbClr val="3434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75" dirty="0">
                <a:solidFill>
                  <a:srgbClr val="1D1D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en-US" sz="2000" spc="-70" dirty="0">
                <a:solidFill>
                  <a:srgbClr val="1D1D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en-US" sz="20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45" dirty="0">
                <a:solidFill>
                  <a:srgbClr val="1515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classified</a:t>
            </a:r>
            <a:r>
              <a:rPr lang="en-US" sz="2000" spc="25" dirty="0">
                <a:solidFill>
                  <a:srgbClr val="1515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u="heavy" spc="-25" dirty="0">
                <a:solidFill>
                  <a:srgbClr val="5E8990"/>
                </a:solidFill>
                <a:uFill>
                  <a:solidFill>
                    <a:srgbClr val="577774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SISR</a:t>
            </a:r>
            <a:r>
              <a:rPr lang="en-US" sz="2000" u="heavy" spc="-20" dirty="0">
                <a:solidFill>
                  <a:srgbClr val="5E8990"/>
                </a:solidFill>
                <a:uFill>
                  <a:solidFill>
                    <a:srgbClr val="577774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35" dirty="0">
                <a:solidFill>
                  <a:srgbClr val="2F2F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n-US" sz="2000" spc="-40" dirty="0">
                <a:solidFill>
                  <a:srgbClr val="2F2F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MISR</a:t>
            </a:r>
          </a:p>
          <a:p>
            <a:pPr marL="713105" lvl="1" indent="-342900">
              <a:lnSpc>
                <a:spcPct val="100000"/>
              </a:lnSpc>
              <a:spcBef>
                <a:spcPts val="5"/>
              </a:spcBef>
              <a:buFont typeface="Wingdings" panose="05000000000000000000" pitchFamily="2" charset="2"/>
              <a:buChar char="Ø"/>
              <a:tabLst>
                <a:tab pos="612775" algn="l"/>
              </a:tabLst>
            </a:pPr>
            <a:endParaRPr lang="en-US" sz="2000" spc="-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13105" lvl="1" indent="-342900">
              <a:lnSpc>
                <a:spcPct val="100000"/>
              </a:lnSpc>
              <a:spcBef>
                <a:spcPts val="5"/>
              </a:spcBef>
              <a:buFont typeface="Wingdings" panose="05000000000000000000" pitchFamily="2" charset="2"/>
              <a:buChar char="Ø"/>
              <a:tabLst>
                <a:tab pos="612775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</a:t>
            </a:r>
            <a:r>
              <a:rPr lang="en-US"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2828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  <a:r>
              <a:rPr lang="en-US" sz="2000" spc="-50" dirty="0">
                <a:solidFill>
                  <a:srgbClr val="2828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</a:t>
            </a:r>
            <a:r>
              <a:rPr lang="en-US" sz="2000" spc="3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10" dirty="0">
                <a:solidFill>
                  <a:srgbClr val="1515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Resolution(SISR) , Multi Image Super Resolution (MISR)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A738AF-68C5-37DF-7D3A-0D23061AC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BBDDC7-DCD7-7468-3331-E65653EF34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3775" y="3559395"/>
            <a:ext cx="4877286" cy="259371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20272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B17EB-4C43-FD36-7B65-74978C19E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664" y="111486"/>
            <a:ext cx="8596668" cy="1320800"/>
          </a:xfrm>
        </p:spPr>
        <p:txBody>
          <a:bodyPr/>
          <a:lstStyle/>
          <a:p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STEPS:-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73512C-6DAA-D4F3-E3F5-6F0251A85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B362D6-96A6-BDB9-3324-88E8D8583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3B1B823-BB9C-63FE-46D2-FAC884458A0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3400" y="806426"/>
            <a:ext cx="9754291" cy="5940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Generator:-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upscales low-resolution images and adds high-frequency details.</a:t>
            </a: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Discriminator:-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ensures the generated image is realistic and high-quality.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Perceptual Loss:-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helps focus on realistic textures and high-level features.</a:t>
            </a: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Residual Learning:-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refines the image by learning and adding missing details.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Skip Connections:-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preserve original content while adding fine details.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GAN-Based Training:-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improves texture restoration and visual quality.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7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Photo-Realism:-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generates high-resolution images with lifelike details.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8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Artifact Reduction:-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minimizes common issues like noise or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oversharpening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9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Sharper, Clearer Images:-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by enhancing fine details and structures.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8568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D686D-ECE7-F2E4-49FE-F18DC31B7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370" y="380999"/>
            <a:ext cx="10341430" cy="1099458"/>
          </a:xfrm>
        </p:spPr>
        <p:txBody>
          <a:bodyPr/>
          <a:lstStyle/>
          <a:p>
            <a:r>
              <a:rPr lang="en-IN" sz="4400" spc="-45" dirty="0">
                <a:solidFill>
                  <a:schemeClr val="tx1">
                    <a:lumMod val="95000"/>
                    <a:lumOff val="5000"/>
                  </a:schemeClr>
                </a:solidFill>
              </a:rPr>
              <a:t>What is</a:t>
            </a:r>
            <a:r>
              <a:rPr lang="en-IN" sz="4400" spc="-3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IN" sz="4400" spc="-6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Super</a:t>
            </a:r>
            <a:r>
              <a:rPr lang="en-IN" sz="4400" spc="-3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IN" sz="4400" spc="-1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resolution?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1C616-FF55-08B3-E6AC-C638875F77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457" y="1547132"/>
            <a:ext cx="10740118" cy="4929869"/>
          </a:xfrm>
        </p:spPr>
        <p:txBody>
          <a:bodyPr>
            <a:normAutofit/>
          </a:bodyPr>
          <a:lstStyle/>
          <a:p>
            <a:pPr marL="12700" indent="0">
              <a:lnSpc>
                <a:spcPct val="100000"/>
              </a:lnSpc>
              <a:spcBef>
                <a:spcPts val="114"/>
              </a:spcBef>
              <a:buNone/>
              <a:tabLst>
                <a:tab pos="254000" algn="l"/>
              </a:tabLst>
            </a:pPr>
            <a:r>
              <a:rPr lang="en-IN" sz="1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</a:t>
            </a:r>
            <a:r>
              <a:rPr lang="en-IN" sz="18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spc="-30" dirty="0">
                <a:solidFill>
                  <a:srgbClr val="0C0C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  <a:r>
              <a:rPr lang="en-IN" sz="1800" spc="-40" dirty="0">
                <a:solidFill>
                  <a:srgbClr val="0C0C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spc="-55" dirty="0">
                <a:solidFill>
                  <a:srgbClr val="13131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</a:t>
            </a:r>
            <a:r>
              <a:rPr lang="en-IN" sz="1800" spc="-40" dirty="0">
                <a:solidFill>
                  <a:srgbClr val="13131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Resolution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Calibri"/>
              <a:buChar char="•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59131" lvl="1">
              <a:lnSpc>
                <a:spcPct val="100000"/>
              </a:lnSpc>
              <a:buClr>
                <a:srgbClr val="000000"/>
              </a:buClr>
              <a:buFont typeface="Wingdings" panose="05000000000000000000" pitchFamily="2" charset="2"/>
              <a:buChar char="Ø"/>
              <a:tabLst>
                <a:tab pos="616585" algn="l"/>
              </a:tabLst>
            </a:pPr>
            <a:r>
              <a:rPr lang="en-IN" sz="1800" dirty="0">
                <a:solidFill>
                  <a:srgbClr val="1D1D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Restore</a:t>
            </a:r>
            <a:r>
              <a:rPr lang="en-IN" sz="1800" spc="165" dirty="0">
                <a:solidFill>
                  <a:srgbClr val="1D1D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resoIution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solidFill>
                  <a:srgbClr val="0E0E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or</a:t>
            </a:r>
            <a:r>
              <a:rPr lang="en-IN" sz="1800" spc="85" dirty="0">
                <a:solidFill>
                  <a:srgbClr val="0E0E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video</a:t>
            </a:r>
            <a:r>
              <a:rPr lang="en-IN" sz="1800" spc="22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IN" sz="18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Low-Resolution</a:t>
            </a:r>
            <a:r>
              <a:rPr lang="en-IN" sz="18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or</a:t>
            </a:r>
            <a:r>
              <a:rPr lang="en-IN" sz="1800" spc="2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F33DEB-7D97-210D-C69E-6D76213CC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4" name="object 2">
            <a:extLst>
              <a:ext uri="{FF2B5EF4-FFF2-40B4-BE49-F238E27FC236}">
                <a16:creationId xmlns:a16="http://schemas.microsoft.com/office/drawing/2014/main" id="{86D91B90-6987-3B93-AA97-810F010C0E2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93155" y="3429000"/>
            <a:ext cx="1473199" cy="1473200"/>
          </a:xfrm>
          <a:prstGeom prst="rect">
            <a:avLst/>
          </a:prstGeom>
        </p:spPr>
      </p:pic>
      <p:pic>
        <p:nvPicPr>
          <p:cNvPr id="6" name="object 3">
            <a:extLst>
              <a:ext uri="{FF2B5EF4-FFF2-40B4-BE49-F238E27FC236}">
                <a16:creationId xmlns:a16="http://schemas.microsoft.com/office/drawing/2014/main" id="{5A85B67C-37AF-8DCA-3756-7C33D6FE6BB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17983" y="3429000"/>
            <a:ext cx="1473200" cy="1473200"/>
          </a:xfrm>
          <a:prstGeom prst="rect">
            <a:avLst/>
          </a:prstGeom>
        </p:spPr>
      </p:pic>
      <p:pic>
        <p:nvPicPr>
          <p:cNvPr id="8" name="object 5">
            <a:extLst>
              <a:ext uri="{FF2B5EF4-FFF2-40B4-BE49-F238E27FC236}">
                <a16:creationId xmlns:a16="http://schemas.microsoft.com/office/drawing/2014/main" id="{6252B9CE-D268-78C8-FBD9-80F39719AE6F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48191" y="3429000"/>
            <a:ext cx="14732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215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DE3E0-257C-47F3-1DAD-FD2EB4727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object 16">
            <a:extLst>
              <a:ext uri="{FF2B5EF4-FFF2-40B4-BE49-F238E27FC236}">
                <a16:creationId xmlns:a16="http://schemas.microsoft.com/office/drawing/2014/main" id="{C3AA8B02-2EE7-50AF-A079-C1CA7B457BE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9127" y="4150609"/>
            <a:ext cx="9088015" cy="44573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9F96CC-82EB-913A-3A81-C3DCAAF2E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127" y="365940"/>
            <a:ext cx="10406743" cy="1035051"/>
          </a:xfrm>
        </p:spPr>
        <p:txBody>
          <a:bodyPr anchor="ctr">
            <a:normAutofit fontScale="90000"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44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Applications </a:t>
            </a:r>
            <a:r>
              <a:rPr lang="en-US" sz="4400" spc="13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4400" spc="2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</a:t>
            </a:r>
            <a:r>
              <a:rPr lang="en-US" sz="4400" spc="-3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Resolution</a:t>
            </a:r>
            <a:br>
              <a:rPr lang="en-US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Content Placeholder 6">
            <a:extLst>
              <a:ext uri="{FF2B5EF4-FFF2-40B4-BE49-F238E27FC236}">
                <a16:creationId xmlns:a16="http://schemas.microsoft.com/office/drawing/2014/main" id="{00ABF9A4-69EE-FEB4-3680-5C3FBC0E99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2776" y="1191532"/>
            <a:ext cx="11099346" cy="5164818"/>
          </a:xfrm>
        </p:spPr>
        <p:txBody>
          <a:bodyPr>
            <a:normAutofit/>
          </a:bodyPr>
          <a:lstStyle/>
          <a:p>
            <a:pPr marL="363220" indent="-342900">
              <a:lnSpc>
                <a:spcPct val="100000"/>
              </a:lnSpc>
              <a:tabLst>
                <a:tab pos="262255" algn="l"/>
              </a:tabLst>
            </a:pPr>
            <a:r>
              <a:rPr lang="en-US"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Satellite</a:t>
            </a:r>
            <a:r>
              <a:rPr lang="en-US" sz="20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  <a:r>
              <a:rPr lang="en-US"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3220" indent="-342900">
              <a:lnSpc>
                <a:spcPct val="100000"/>
              </a:lnSpc>
              <a:tabLst>
                <a:tab pos="262255" algn="l"/>
              </a:tabLst>
            </a:pPr>
            <a:r>
              <a:rPr lang="en-US" sz="18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</a:t>
            </a:r>
            <a:r>
              <a:rPr lang="en-US" sz="1800" spc="2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  <a:r>
              <a:rPr lang="en-US" sz="1800" spc="160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</a:t>
            </a:r>
            <a:endParaRPr lang="en-US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3220" indent="-342900">
              <a:lnSpc>
                <a:spcPct val="100000"/>
              </a:lnSpc>
              <a:tabLst>
                <a:tab pos="262255" algn="l"/>
              </a:tabLs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Multimedia</a:t>
            </a:r>
            <a:r>
              <a:rPr lang="en-US" sz="1800" spc="2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</a:t>
            </a:r>
            <a:r>
              <a:rPr lang="en-US" sz="1800" spc="2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800" spc="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</a:t>
            </a:r>
            <a:r>
              <a:rPr lang="en-US" sz="1800" spc="2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Enhancement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DDF022-0CDB-A255-42CB-6E1A693F8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pic>
        <p:nvPicPr>
          <p:cNvPr id="3" name="object 4">
            <a:extLst>
              <a:ext uri="{FF2B5EF4-FFF2-40B4-BE49-F238E27FC236}">
                <a16:creationId xmlns:a16="http://schemas.microsoft.com/office/drawing/2014/main" id="{B0F31A7A-2F6A-E69D-12D3-8BCB7DD58F5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7942" y="2727121"/>
            <a:ext cx="1942571" cy="1231414"/>
          </a:xfrm>
          <a:prstGeom prst="rect">
            <a:avLst/>
          </a:prstGeom>
        </p:spPr>
      </p:pic>
      <p:pic>
        <p:nvPicPr>
          <p:cNvPr id="4" name="object 15">
            <a:extLst>
              <a:ext uri="{FF2B5EF4-FFF2-40B4-BE49-F238E27FC236}">
                <a16:creationId xmlns:a16="http://schemas.microsoft.com/office/drawing/2014/main" id="{4ACC1B96-027A-A5B6-D4D4-6781B66A484D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91683" y="3127420"/>
            <a:ext cx="457200" cy="297024"/>
          </a:xfrm>
          <a:prstGeom prst="rect">
            <a:avLst/>
          </a:prstGeom>
        </p:spPr>
      </p:pic>
      <p:pic>
        <p:nvPicPr>
          <p:cNvPr id="28" name="object 5">
            <a:extLst>
              <a:ext uri="{FF2B5EF4-FFF2-40B4-BE49-F238E27FC236}">
                <a16:creationId xmlns:a16="http://schemas.microsoft.com/office/drawing/2014/main" id="{DD1F23B2-B419-019B-9CD2-E731AF32580F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391950" y="2808737"/>
            <a:ext cx="1222051" cy="1231414"/>
          </a:xfrm>
          <a:prstGeom prst="rect">
            <a:avLst/>
          </a:prstGeom>
        </p:spPr>
      </p:pic>
      <p:pic>
        <p:nvPicPr>
          <p:cNvPr id="29" name="object 6">
            <a:extLst>
              <a:ext uri="{FF2B5EF4-FFF2-40B4-BE49-F238E27FC236}">
                <a16:creationId xmlns:a16="http://schemas.microsoft.com/office/drawing/2014/main" id="{8C829D3D-621C-CE67-F282-1FA87EFC8691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096000" y="2808741"/>
            <a:ext cx="2004186" cy="1231414"/>
          </a:xfrm>
          <a:prstGeom prst="rect">
            <a:avLst/>
          </a:prstGeom>
        </p:spPr>
      </p:pic>
      <p:grpSp>
        <p:nvGrpSpPr>
          <p:cNvPr id="32" name="object 7">
            <a:extLst>
              <a:ext uri="{FF2B5EF4-FFF2-40B4-BE49-F238E27FC236}">
                <a16:creationId xmlns:a16="http://schemas.microsoft.com/office/drawing/2014/main" id="{8A73B57A-CAE0-615B-495A-16A9C9F42934}"/>
              </a:ext>
            </a:extLst>
          </p:cNvPr>
          <p:cNvGrpSpPr/>
          <p:nvPr/>
        </p:nvGrpSpPr>
        <p:grpSpPr>
          <a:xfrm>
            <a:off x="8258083" y="3280488"/>
            <a:ext cx="295275" cy="41275"/>
            <a:chOff x="6070600" y="2994025"/>
            <a:chExt cx="295275" cy="41275"/>
          </a:xfrm>
        </p:grpSpPr>
        <p:sp>
          <p:nvSpPr>
            <p:cNvPr id="33" name="object 8">
              <a:extLst>
                <a:ext uri="{FF2B5EF4-FFF2-40B4-BE49-F238E27FC236}">
                  <a16:creationId xmlns:a16="http://schemas.microsoft.com/office/drawing/2014/main" id="{12FE93DA-573D-8802-513E-49C8F2C71787}"/>
                </a:ext>
              </a:extLst>
            </p:cNvPr>
            <p:cNvSpPr/>
            <p:nvPr/>
          </p:nvSpPr>
          <p:spPr>
            <a:xfrm>
              <a:off x="6070600" y="3021012"/>
              <a:ext cx="295275" cy="0"/>
            </a:xfrm>
            <a:custGeom>
              <a:avLst/>
              <a:gdLst/>
              <a:ahLst/>
              <a:cxnLst/>
              <a:rect l="l" t="t" r="r" b="b"/>
              <a:pathLst>
                <a:path w="295275">
                  <a:moveTo>
                    <a:pt x="0" y="0"/>
                  </a:moveTo>
                  <a:lnTo>
                    <a:pt x="295275" y="0"/>
                  </a:lnTo>
                </a:path>
              </a:pathLst>
            </a:custGeom>
            <a:ln w="28575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9">
              <a:extLst>
                <a:ext uri="{FF2B5EF4-FFF2-40B4-BE49-F238E27FC236}">
                  <a16:creationId xmlns:a16="http://schemas.microsoft.com/office/drawing/2014/main" id="{C18D2611-A5B3-B1AC-796D-AFB069963D6E}"/>
                </a:ext>
              </a:extLst>
            </p:cNvPr>
            <p:cNvSpPr/>
            <p:nvPr/>
          </p:nvSpPr>
          <p:spPr>
            <a:xfrm>
              <a:off x="6070600" y="3008312"/>
              <a:ext cx="282575" cy="0"/>
            </a:xfrm>
            <a:custGeom>
              <a:avLst/>
              <a:gdLst/>
              <a:ahLst/>
              <a:cxnLst/>
              <a:rect l="l" t="t" r="r" b="b"/>
              <a:pathLst>
                <a:path w="282575">
                  <a:moveTo>
                    <a:pt x="0" y="0"/>
                  </a:moveTo>
                  <a:lnTo>
                    <a:pt x="282575" y="0"/>
                  </a:lnTo>
                </a:path>
              </a:pathLst>
            </a:custGeom>
            <a:ln w="28575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5" name="object 11">
            <a:extLst>
              <a:ext uri="{FF2B5EF4-FFF2-40B4-BE49-F238E27FC236}">
                <a16:creationId xmlns:a16="http://schemas.microsoft.com/office/drawing/2014/main" id="{8DB28261-4694-E069-1A1E-CFA9A3C2A0AF}"/>
              </a:ext>
            </a:extLst>
          </p:cNvPr>
          <p:cNvGrpSpPr/>
          <p:nvPr/>
        </p:nvGrpSpPr>
        <p:grpSpPr>
          <a:xfrm>
            <a:off x="8698556" y="2808737"/>
            <a:ext cx="967958" cy="1231414"/>
            <a:chOff x="6464300" y="2679700"/>
            <a:chExt cx="609600" cy="622300"/>
          </a:xfrm>
        </p:grpSpPr>
        <p:pic>
          <p:nvPicPr>
            <p:cNvPr id="36" name="object 12">
              <a:extLst>
                <a:ext uri="{FF2B5EF4-FFF2-40B4-BE49-F238E27FC236}">
                  <a16:creationId xmlns:a16="http://schemas.microsoft.com/office/drawing/2014/main" id="{583430F9-8996-5792-E5C2-174E82A21DA4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19900" y="3022600"/>
              <a:ext cx="254000" cy="101600"/>
            </a:xfrm>
            <a:prstGeom prst="rect">
              <a:avLst/>
            </a:prstGeom>
          </p:spPr>
        </p:pic>
        <p:pic>
          <p:nvPicPr>
            <p:cNvPr id="37" name="object 13">
              <a:extLst>
                <a:ext uri="{FF2B5EF4-FFF2-40B4-BE49-F238E27FC236}">
                  <a16:creationId xmlns:a16="http://schemas.microsoft.com/office/drawing/2014/main" id="{F43DBC52-024F-C8AF-ABFF-7D251E0602DA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667500" y="3149600"/>
              <a:ext cx="406400" cy="76200"/>
            </a:xfrm>
            <a:prstGeom prst="rect">
              <a:avLst/>
            </a:prstGeom>
          </p:spPr>
        </p:pic>
        <p:pic>
          <p:nvPicPr>
            <p:cNvPr id="38" name="object 14">
              <a:extLst>
                <a:ext uri="{FF2B5EF4-FFF2-40B4-BE49-F238E27FC236}">
                  <a16:creationId xmlns:a16="http://schemas.microsoft.com/office/drawing/2014/main" id="{40368707-CF6A-F72A-B894-F6F63E0C6A2C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64300" y="2679700"/>
              <a:ext cx="609600" cy="622300"/>
            </a:xfrm>
            <a:prstGeom prst="rect">
              <a:avLst/>
            </a:prstGeom>
          </p:spPr>
        </p:pic>
      </p:grpSp>
      <p:pic>
        <p:nvPicPr>
          <p:cNvPr id="40" name="object 2">
            <a:extLst>
              <a:ext uri="{FF2B5EF4-FFF2-40B4-BE49-F238E27FC236}">
                <a16:creationId xmlns:a16="http://schemas.microsoft.com/office/drawing/2014/main" id="{93E3BB60-D99E-A7D7-E5AB-C37F183547DE}"/>
              </a:ext>
            </a:extLst>
          </p:cNvPr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368379" y="4901950"/>
            <a:ext cx="2491245" cy="1473062"/>
          </a:xfrm>
          <a:prstGeom prst="rect">
            <a:avLst/>
          </a:prstGeom>
        </p:spPr>
      </p:pic>
      <p:pic>
        <p:nvPicPr>
          <p:cNvPr id="41" name="object 3">
            <a:extLst>
              <a:ext uri="{FF2B5EF4-FFF2-40B4-BE49-F238E27FC236}">
                <a16:creationId xmlns:a16="http://schemas.microsoft.com/office/drawing/2014/main" id="{E19C43A3-1D77-6448-4501-A650BC2529A1}"/>
              </a:ext>
            </a:extLst>
          </p:cNvPr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820233" y="4965904"/>
            <a:ext cx="2229988" cy="1440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7581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4D5E2-1359-353F-9DEE-42AC51B19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Workflow of the method: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7CFAE-A54D-55A5-F9A2-B41FABDE31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59373"/>
            <a:ext cx="8596668" cy="3880773"/>
          </a:xfrm>
        </p:spPr>
        <p:txBody>
          <a:bodyPr/>
          <a:lstStyle/>
          <a:p>
            <a:pPr marL="0" indent="0" algn="just">
              <a:buNone/>
            </a:pPr>
            <a:endParaRPr lang="en-US" b="1" dirty="0"/>
          </a:p>
          <a:p>
            <a:pPr algn="just">
              <a:buFont typeface="+mj-lt"/>
              <a:buAutoNum type="arabicPeriod"/>
            </a:pPr>
            <a:r>
              <a:rPr lang="en-US" b="1" dirty="0"/>
              <a:t>Input</a:t>
            </a:r>
            <a:r>
              <a:rPr lang="en-US" dirty="0"/>
              <a:t>: The low-resolution image is passed to the generator.</a:t>
            </a:r>
          </a:p>
          <a:p>
            <a:pPr algn="just">
              <a:buFont typeface="+mj-lt"/>
              <a:buAutoNum type="arabicPeriod"/>
            </a:pPr>
            <a:r>
              <a:rPr lang="en-US" b="1" dirty="0"/>
              <a:t>Generation</a:t>
            </a:r>
            <a:r>
              <a:rPr lang="en-US" dirty="0"/>
              <a:t>: The generator </a:t>
            </a:r>
            <a:r>
              <a:rPr lang="en-US" dirty="0" err="1"/>
              <a:t>upsamples</a:t>
            </a:r>
            <a:r>
              <a:rPr lang="en-US" dirty="0"/>
              <a:t> the image to a high-resolution version.</a:t>
            </a:r>
          </a:p>
          <a:p>
            <a:pPr algn="just">
              <a:buFont typeface="+mj-lt"/>
              <a:buAutoNum type="arabicPeriod"/>
            </a:pPr>
            <a:r>
              <a:rPr lang="en-US" b="1" dirty="0"/>
              <a:t>Discrimination</a:t>
            </a:r>
            <a:r>
              <a:rPr lang="en-US" dirty="0"/>
              <a:t>: The discriminator evaluates whether the generated image is real or fake.</a:t>
            </a:r>
          </a:p>
          <a:p>
            <a:pPr algn="just">
              <a:buFont typeface="+mj-lt"/>
              <a:buAutoNum type="arabicPeriod"/>
            </a:pPr>
            <a:r>
              <a:rPr lang="en-US" b="1" dirty="0"/>
              <a:t>Feedback</a:t>
            </a:r>
            <a:r>
              <a:rPr lang="en-US" dirty="0"/>
              <a:t>: The discriminator’s feedback is used to update both the generator (to improve its realism) and the discriminator (to become more accurate in distinguishing real vs. fake images).</a:t>
            </a:r>
          </a:p>
          <a:p>
            <a:pPr algn="just">
              <a:buFont typeface="+mj-lt"/>
              <a:buAutoNum type="arabicPeriod"/>
            </a:pPr>
            <a:r>
              <a:rPr lang="en-US" b="1" dirty="0"/>
              <a:t>Loss minimization</a:t>
            </a:r>
            <a:r>
              <a:rPr lang="en-US" dirty="0"/>
              <a:t>: The generator minimizes the combination of adversarial, perceptual, and pixel-wise losses to improve the overall quality of the generated images.</a:t>
            </a:r>
          </a:p>
          <a:p>
            <a:pPr algn="just"/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5448AB-FBA7-C817-4071-7103A4EC4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BAAC79-2D3A-2908-8C81-B0791869E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2318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F1254-B04B-356B-5B16-423DC045A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Active Plan:-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5D26F1-40A5-B4C7-3179-349C2854C4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310" y="1930400"/>
            <a:ext cx="8596668" cy="3880773"/>
          </a:xfrm>
        </p:spPr>
        <p:txBody>
          <a:bodyPr/>
          <a:lstStyle/>
          <a:p>
            <a:r>
              <a:rPr lang="en-US" dirty="0"/>
              <a:t>1. </a:t>
            </a:r>
            <a:r>
              <a:rPr lang="en-US" b="1" dirty="0"/>
              <a:t>Define the Problem and Dataset Preparation</a:t>
            </a:r>
          </a:p>
          <a:p>
            <a:r>
              <a:rPr lang="en-US" b="1" dirty="0"/>
              <a:t>2. Select the GAN Architecture</a:t>
            </a:r>
          </a:p>
          <a:p>
            <a:r>
              <a:rPr lang="en-IN" b="1" dirty="0"/>
              <a:t>3. Adversarial Training</a:t>
            </a:r>
          </a:p>
          <a:p>
            <a:r>
              <a:rPr lang="en-IN" b="1" dirty="0"/>
              <a:t>4. Fine-Tuning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CC5D9C-DA63-71E8-EF9F-D0F40B3B7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FAFD54-9BB8-249C-D416-CF654F3B4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93511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72C346-D01C-7E69-1B66-26885E8D0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346548-7B21-8C8D-8167-5CB1D5156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A5DB087-E4A4-9880-C00D-4943F6A570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063" y="450850"/>
            <a:ext cx="9679635" cy="6127232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Neural network architectures and approaches have evolved significantly in recent years because to advancements in super-resolution techniques. They are :-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b="1" i="0" dirty="0">
                <a:solidFill>
                  <a:srgbClr val="47474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PSNR</a:t>
            </a:r>
            <a:r>
              <a:rPr lang="en-US" b="0" i="0" dirty="0">
                <a:solidFill>
                  <a:srgbClr val="47474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:-Peak Signal-to-Noise Ratio (PSNR) is defined as </a:t>
            </a:r>
            <a:r>
              <a:rPr lang="en-US" b="0" i="0" dirty="0">
                <a:solidFill>
                  <a:srgbClr val="040C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ratio between the power of the signal and the power of the noise in an image</a:t>
            </a:r>
            <a:r>
              <a:rPr lang="en-US" b="0" i="0" dirty="0">
                <a:solidFill>
                  <a:srgbClr val="47474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the quality of the image with higher values representing better quality by reducing noise.</a:t>
            </a:r>
          </a:p>
          <a:p>
            <a:pPr>
              <a:buFont typeface="+mj-lt"/>
              <a:buAutoNum type="arabicPeriod"/>
            </a:pPr>
            <a:endParaRPr lang="en-US" b="0" i="0" dirty="0">
              <a:solidFill>
                <a:srgbClr val="474747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b="1" dirty="0">
                <a:solidFill>
                  <a:srgbClr val="47474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Bicubic</a:t>
            </a:r>
            <a:r>
              <a:rPr lang="en-US" dirty="0">
                <a:solidFill>
                  <a:srgbClr val="47474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:- </a:t>
            </a:r>
            <a:r>
              <a:rPr lang="en-US" b="0" i="0" dirty="0">
                <a:solidFill>
                  <a:srgbClr val="47474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Bicubic Interpolation is </a:t>
            </a:r>
            <a:r>
              <a:rPr lang="en-US" b="0" i="0" dirty="0">
                <a:solidFill>
                  <a:srgbClr val="040C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 interpolation technique used to upscale or downscale images by calculating pixel values based on the surrounding pixels</a:t>
            </a:r>
          </a:p>
          <a:p>
            <a:pPr>
              <a:buFont typeface="+mj-lt"/>
              <a:buAutoNum type="arabicPeriod"/>
            </a:pPr>
            <a:endParaRPr lang="en-US" b="0" i="0" dirty="0">
              <a:solidFill>
                <a:srgbClr val="040C2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dirty="0">
                <a:solidFill>
                  <a:srgbClr val="040C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SRCNN:-</a:t>
            </a:r>
            <a:r>
              <a:rPr lang="en-IN" b="0" i="0" dirty="0">
                <a:solidFill>
                  <a:srgbClr val="040C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Super-Resolution Convolutional Neural Network </a:t>
            </a:r>
            <a:r>
              <a:rPr lang="en-US" b="0" i="0" dirty="0">
                <a:solidFill>
                  <a:srgbClr val="47474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 </a:t>
            </a:r>
            <a:r>
              <a:rPr lang="en-US" b="0" i="0" dirty="0">
                <a:solidFill>
                  <a:srgbClr val="040C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deep convolutional neural network that learns end-to-end mapping of low resolution to high resolution images</a:t>
            </a:r>
            <a:r>
              <a:rPr lang="en-US" b="0" i="0" dirty="0">
                <a:solidFill>
                  <a:srgbClr val="47474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As a result, we can use it to improve the image quality of low  resolution  images.</a:t>
            </a:r>
            <a:endParaRPr lang="en-US" i="0" dirty="0">
              <a:solidFill>
                <a:srgbClr val="040C2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03315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70A7C-B1C4-51B3-4407-B258BF7DC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ea typeface="Arial Unicode MS"/>
              </a:rPr>
              <a:t>The graph of image clarity to PSNR , Bicubic , SRCN</a:t>
            </a:r>
            <a:endParaRPr lang="en-IN" sz="2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CBF618-5BCD-022A-90E2-789B38035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731435-6FAD-015D-6CD6-DF07777DE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A982019-74B7-5EF6-3B8F-F37B2D40B5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2009525"/>
            <a:ext cx="8596312" cy="283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9718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C7F02ED-0DF6-0177-57F7-991DEB4D45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00027" y="2300612"/>
            <a:ext cx="3035867" cy="3490702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4FC55A-F6A6-F0A9-3C66-2089FA9FD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02485" y="4557388"/>
            <a:ext cx="6297612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4D1DA3-690B-4240-F60D-DE8164071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54C0DC4-0181-1F40-C106-76942B67F2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0102" y="2300612"/>
            <a:ext cx="2867915" cy="356534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E312B2D-7B29-789D-301E-4C78DD4E64D0}"/>
              </a:ext>
            </a:extLst>
          </p:cNvPr>
          <p:cNvSpPr txBox="1"/>
          <p:nvPr/>
        </p:nvSpPr>
        <p:spPr>
          <a:xfrm>
            <a:off x="349823" y="510465"/>
            <a:ext cx="75998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IMAGE SUPER RESOLUTION USING GAN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AA26ED-E323-CDC8-4B33-93AF2C2F0A63}"/>
              </a:ext>
            </a:extLst>
          </p:cNvPr>
          <p:cNvSpPr txBox="1"/>
          <p:nvPr/>
        </p:nvSpPr>
        <p:spPr>
          <a:xfrm>
            <a:off x="2892489" y="1647860"/>
            <a:ext cx="1492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BEFORE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580515-0CC6-0B51-480E-9ABD79FAE843}"/>
              </a:ext>
            </a:extLst>
          </p:cNvPr>
          <p:cNvSpPr txBox="1"/>
          <p:nvPr/>
        </p:nvSpPr>
        <p:spPr>
          <a:xfrm>
            <a:off x="6999167" y="1647860"/>
            <a:ext cx="1591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AFTER</a:t>
            </a:r>
          </a:p>
        </p:txBody>
      </p:sp>
    </p:spTree>
    <p:extLst>
      <p:ext uri="{BB962C8B-B14F-4D97-AF65-F5344CB8AC3E}">
        <p14:creationId xmlns:p14="http://schemas.microsoft.com/office/powerpoint/2010/main" val="4134747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CCBD488-1509-522A-F00E-8A55A4EDD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7E347A-EACA-394B-2BE7-2DDDBE1BB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11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95A195-4BA0-0E8D-1066-CE9D9AE82B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5059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C554E04-546A-6A4C-9448-6146C1996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4E97C4-F791-77A6-6F4B-4D83B1CE9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12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93CFC6-5CA0-87E5-2725-9A01738A4C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916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38D11-217A-07CA-5442-D87B9BABF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8C1A02-A6CB-8C28-EEA0-005A55BDB1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31821"/>
            <a:ext cx="9623662" cy="56087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Single Image Super-Resolution (SISR) aims to enhance the resolution of low-resolution images, reconstructing high-quality, fine-detailed images from their low-resolution counterparts. This challenge has seen remarkable progress in recent years, particularly through the use of deep learning techniques like Generative Adversarial Networks (GANs). GANs have become a dominant approach for SISR because of their ability to generate high-quality, photo-realistic images, especially in scenarios requiring significant upscaling (such as 4× or higher).</a:t>
            </a:r>
          </a:p>
          <a:p>
            <a:endParaRPr lang="en-US" sz="2400" b="1" dirty="0"/>
          </a:p>
          <a:p>
            <a:endParaRPr lang="en-IN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74C215-F113-DF66-0F50-AED4EF428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BC4D27-7A7A-2EAB-DDF6-42AC02C01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3380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98C174A-A635-D39E-A035-42D99638C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B4EB2F-F7AD-124D-1E60-3A7BFF135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14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736201-BF44-8C8C-BDDF-2A952054BD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39F70BA-A595-CA79-4C5A-0164DD1085E7}"/>
              </a:ext>
            </a:extLst>
          </p:cNvPr>
          <p:cNvSpPr txBox="1"/>
          <p:nvPr/>
        </p:nvSpPr>
        <p:spPr>
          <a:xfrm>
            <a:off x="0" y="6858000"/>
            <a:ext cx="12192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>
                <a:hlinkClick r:id="rId3" tooltip="https://commons.wikimedia.org/wiki/File:Thank_you_icon.jpg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4" tooltip="https://creativecommons.org/licenses/by-sa/3.0/"/>
              </a:rPr>
              <a:t>CC BY-SA</a:t>
            </a:r>
            <a:endParaRPr lang="en-IN" sz="900"/>
          </a:p>
        </p:txBody>
      </p:sp>
    </p:spTree>
    <p:extLst>
      <p:ext uri="{BB962C8B-B14F-4D97-AF65-F5344CB8AC3E}">
        <p14:creationId xmlns:p14="http://schemas.microsoft.com/office/powerpoint/2010/main" val="86053186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14EFF02-EA18-493C-972D-813DB244CB6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FBB2F3B-6257-41BB-8B64-5AC7494F274B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9ACE2AAA-C718-435C-B4E6-95A08ACAC441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2659</TotalTime>
  <Words>631</Words>
  <Application>Microsoft Office PowerPoint</Application>
  <PresentationFormat>Widescreen</PresentationFormat>
  <Paragraphs>92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Arial</vt:lpstr>
      <vt:lpstr>Calibri</vt:lpstr>
      <vt:lpstr>Gill Sans Light</vt:lpstr>
      <vt:lpstr>Gill Sans Nova</vt:lpstr>
      <vt:lpstr>Gill Sans Nova Light</vt:lpstr>
      <vt:lpstr>Times New Roman</vt:lpstr>
      <vt:lpstr>Trebuchet MS</vt:lpstr>
      <vt:lpstr>Wingdings</vt:lpstr>
      <vt:lpstr>Wingdings 3</vt:lpstr>
      <vt:lpstr>Facet</vt:lpstr>
      <vt:lpstr>PowerPoint Presentation</vt:lpstr>
      <vt:lpstr>             What is Super Resolution?</vt:lpstr>
      <vt:lpstr>STEPS:-</vt:lpstr>
      <vt:lpstr>What is Super resolution?</vt:lpstr>
      <vt:lpstr>     Applications of Super Resolution </vt:lpstr>
      <vt:lpstr>Workflow of the method: </vt:lpstr>
      <vt:lpstr>Active Plan:-</vt:lpstr>
      <vt:lpstr>PowerPoint Presentation</vt:lpstr>
      <vt:lpstr>The graph of image clarity to PSNR , Bicubic , SRCN</vt:lpstr>
      <vt:lpstr>PowerPoint Presentation</vt:lpstr>
      <vt:lpstr>PowerPoint Presentation</vt:lpstr>
      <vt:lpstr>PowerPoint Presentation</vt:lpstr>
      <vt:lpstr>CONCLUSION:-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 DEPARMENTAL PROJECT</dc:title>
  <dc:creator>prannu.pasam@gmail.com</dc:creator>
  <cp:lastModifiedBy>chaitanya reddy</cp:lastModifiedBy>
  <cp:revision>24</cp:revision>
  <dcterms:created xsi:type="dcterms:W3CDTF">2023-08-23T04:07:34Z</dcterms:created>
  <dcterms:modified xsi:type="dcterms:W3CDTF">2025-05-09T17:00:07Z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